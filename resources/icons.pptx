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388" r:id="rId2"/>
    <p:sldId id="574" r:id="rId3"/>
    <p:sldId id="575" r:id="rId4"/>
    <p:sldId id="576" r:id="rId5"/>
  </p:sldIdLst>
  <p:sldSz cx="5486400" cy="5486400"/>
  <p:notesSz cx="6858000" cy="9144000"/>
  <p:defaultTextStyle>
    <a:defPPr>
      <a:defRPr lang="en-US"/>
    </a:defPPr>
    <a:lvl1pPr marL="0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1pPr>
    <a:lvl2pPr marL="263348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2pPr>
    <a:lvl3pPr marL="526694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3pPr>
    <a:lvl4pPr marL="790042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4pPr>
    <a:lvl5pPr marL="1053390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5pPr>
    <a:lvl6pPr marL="1316736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6pPr>
    <a:lvl7pPr marL="1580084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7pPr>
    <a:lvl8pPr marL="1843430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8pPr>
    <a:lvl9pPr marL="2106778" algn="l" defTabSz="526694" rtl="0" eaLnBrk="1" latinLnBrk="0" hangingPunct="1">
      <a:defRPr sz="10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5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4" autoAdjust="0"/>
    <p:restoredTop sz="85928" autoAdjust="0"/>
  </p:normalViewPr>
  <p:slideViewPr>
    <p:cSldViewPr snapToGrid="0">
      <p:cViewPr varScale="1">
        <p:scale>
          <a:sx n="96" d="100"/>
          <a:sy n="96" d="100"/>
        </p:scale>
        <p:origin x="21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FD435-C119-4590-9D53-7CAF83F1902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CE23A-BB01-46B4-BDD6-2DE3EFA83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2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97890"/>
            <a:ext cx="466344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81630"/>
            <a:ext cx="41148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8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0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367791"/>
            <a:ext cx="473202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671571"/>
            <a:ext cx="473202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92101"/>
            <a:ext cx="473202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344930"/>
            <a:ext cx="2321004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2004060"/>
            <a:ext cx="232100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344930"/>
            <a:ext cx="2332435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2004060"/>
            <a:ext cx="233243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3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0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7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89941"/>
            <a:ext cx="277749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2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89941"/>
            <a:ext cx="2777490" cy="389890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9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0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92100"/>
            <a:ext cx="118300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92100"/>
            <a:ext cx="348043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8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92101"/>
            <a:ext cx="473202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460500"/>
            <a:ext cx="473202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6FE55-24A0-4405-87BA-F203EB2AA98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5085081"/>
            <a:ext cx="18516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166DE-FC68-4CC7-83E5-8BFEEBC8B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03504" y="603504"/>
            <a:ext cx="4279392" cy="42793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harsh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matte">
              <a:bevelT w="63500" h="12700" prst="coolSlant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400" b="1" dirty="0" err="1">
                <a:ln/>
                <a:solidFill>
                  <a:schemeClr val="accent1">
                    <a:lumMod val="75000"/>
                  </a:schemeClr>
                </a:solidFill>
                <a:latin typeface="Footlight MT Light" panose="0204060206030A020304" pitchFamily="18" charset="0"/>
              </a:rPr>
              <a:t>i</a:t>
            </a:r>
            <a:endParaRPr lang="en-US" sz="32400" b="1" dirty="0">
              <a:ln/>
              <a:solidFill>
                <a:schemeClr val="accent1">
                  <a:lumMod val="75000"/>
                </a:schemeClr>
              </a:solidFill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28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03504" y="603504"/>
            <a:ext cx="4279392" cy="427939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harsh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matte">
              <a:bevelT w="63500" h="12700" prst="coolSlant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400" b="1" dirty="0">
                <a:ln/>
                <a:solidFill>
                  <a:schemeClr val="accent1">
                    <a:lumMod val="75000"/>
                  </a:schemeClr>
                </a:solidFill>
                <a:latin typeface="Footlight MT Light" panose="0204060206030A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223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638" y="-426960"/>
            <a:ext cx="4059125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600" b="1" cap="none" spc="0" dirty="0">
                <a:ln/>
                <a:solidFill>
                  <a:schemeClr val="accent2">
                    <a:lumMod val="75000"/>
                  </a:schemeClr>
                </a:solidFill>
                <a:effectLst/>
              </a:rPr>
              <a:t>SSM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0450" y="3225209"/>
            <a:ext cx="2765501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600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SIS</a:t>
            </a:r>
          </a:p>
        </p:txBody>
      </p:sp>
      <p:sp>
        <p:nvSpPr>
          <p:cNvPr id="5" name="Up-Down Arrow 4"/>
          <p:cNvSpPr/>
          <p:nvPr/>
        </p:nvSpPr>
        <p:spPr>
          <a:xfrm>
            <a:off x="1047307" y="1893224"/>
            <a:ext cx="3391786" cy="1658679"/>
          </a:xfrm>
          <a:prstGeom prst="upDownArrow">
            <a:avLst>
              <a:gd name="adj1" fmla="val 37461"/>
              <a:gd name="adj2" fmla="val 3269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42F6478-FAF1-E572-AF09-CFCFFA5B4BF9}"/>
              </a:ext>
            </a:extLst>
          </p:cNvPr>
          <p:cNvSpPr/>
          <p:nvPr/>
        </p:nvSpPr>
        <p:spPr>
          <a:xfrm>
            <a:off x="3707297" y="606287"/>
            <a:ext cx="1212574" cy="4472610"/>
          </a:xfrm>
          <a:custGeom>
            <a:avLst/>
            <a:gdLst>
              <a:gd name="csX0" fmla="*/ 2277394 w 2277394"/>
              <a:gd name="csY0" fmla="*/ 0 h 4979504"/>
              <a:gd name="csX1" fmla="*/ 597681 w 2277394"/>
              <a:gd name="csY1" fmla="*/ 815009 h 4979504"/>
              <a:gd name="csX2" fmla="*/ 41089 w 2277394"/>
              <a:gd name="csY2" fmla="*/ 2007704 h 4979504"/>
              <a:gd name="csX3" fmla="*/ 1571715 w 2277394"/>
              <a:gd name="csY3" fmla="*/ 3528391 h 4979504"/>
              <a:gd name="csX4" fmla="*/ 2158124 w 2277394"/>
              <a:gd name="csY4" fmla="*/ 4979504 h 4979504"/>
              <a:gd name="csX5" fmla="*/ 2158124 w 2277394"/>
              <a:gd name="csY5" fmla="*/ 4979504 h 4979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77394" h="4979504">
                <a:moveTo>
                  <a:pt x="2277394" y="0"/>
                </a:moveTo>
                <a:cubicBezTo>
                  <a:pt x="1623896" y="240196"/>
                  <a:pt x="970398" y="480392"/>
                  <a:pt x="597681" y="815009"/>
                </a:cubicBezTo>
                <a:cubicBezTo>
                  <a:pt x="224964" y="1149626"/>
                  <a:pt x="-121250" y="1555474"/>
                  <a:pt x="41089" y="2007704"/>
                </a:cubicBezTo>
                <a:cubicBezTo>
                  <a:pt x="203428" y="2459934"/>
                  <a:pt x="1218876" y="3033091"/>
                  <a:pt x="1571715" y="3528391"/>
                </a:cubicBezTo>
                <a:cubicBezTo>
                  <a:pt x="1924554" y="4023691"/>
                  <a:pt x="2158124" y="4979504"/>
                  <a:pt x="2158124" y="4979504"/>
                </a:cubicBezTo>
                <a:lnTo>
                  <a:pt x="2158124" y="4979504"/>
                </a:lnTo>
              </a:path>
            </a:pathLst>
          </a:custGeom>
          <a:noFill/>
          <a:ln w="127000">
            <a:gradFill flip="none" rotWithShape="1">
              <a:gsLst>
                <a:gs pos="0">
                  <a:srgbClr val="FFC000"/>
                </a:gs>
                <a:gs pos="75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1B74BF0-4886-5DDC-2314-1BCCB30397BE}"/>
              </a:ext>
            </a:extLst>
          </p:cNvPr>
          <p:cNvSpPr/>
          <p:nvPr/>
        </p:nvSpPr>
        <p:spPr>
          <a:xfrm>
            <a:off x="566530" y="606287"/>
            <a:ext cx="1659836" cy="4472610"/>
          </a:xfrm>
          <a:custGeom>
            <a:avLst/>
            <a:gdLst>
              <a:gd name="csX0" fmla="*/ 2277394 w 2277394"/>
              <a:gd name="csY0" fmla="*/ 0 h 4979504"/>
              <a:gd name="csX1" fmla="*/ 597681 w 2277394"/>
              <a:gd name="csY1" fmla="*/ 815009 h 4979504"/>
              <a:gd name="csX2" fmla="*/ 41089 w 2277394"/>
              <a:gd name="csY2" fmla="*/ 2007704 h 4979504"/>
              <a:gd name="csX3" fmla="*/ 1571715 w 2277394"/>
              <a:gd name="csY3" fmla="*/ 3528391 h 4979504"/>
              <a:gd name="csX4" fmla="*/ 2158124 w 2277394"/>
              <a:gd name="csY4" fmla="*/ 4979504 h 4979504"/>
              <a:gd name="csX5" fmla="*/ 2158124 w 2277394"/>
              <a:gd name="csY5" fmla="*/ 4979504 h 4979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77394" h="4979504">
                <a:moveTo>
                  <a:pt x="2277394" y="0"/>
                </a:moveTo>
                <a:cubicBezTo>
                  <a:pt x="1623896" y="240196"/>
                  <a:pt x="970398" y="480392"/>
                  <a:pt x="597681" y="815009"/>
                </a:cubicBezTo>
                <a:cubicBezTo>
                  <a:pt x="224964" y="1149626"/>
                  <a:pt x="-121250" y="1555474"/>
                  <a:pt x="41089" y="2007704"/>
                </a:cubicBezTo>
                <a:cubicBezTo>
                  <a:pt x="203428" y="2459934"/>
                  <a:pt x="1218876" y="3033091"/>
                  <a:pt x="1571715" y="3528391"/>
                </a:cubicBezTo>
                <a:cubicBezTo>
                  <a:pt x="1924554" y="4023691"/>
                  <a:pt x="2158124" y="4979504"/>
                  <a:pt x="2158124" y="4979504"/>
                </a:cubicBezTo>
                <a:lnTo>
                  <a:pt x="2158124" y="4979504"/>
                </a:lnTo>
              </a:path>
            </a:pathLst>
          </a:custGeom>
          <a:noFill/>
          <a:ln w="127000">
            <a:gradFill flip="none" rotWithShape="1">
              <a:gsLst>
                <a:gs pos="0">
                  <a:srgbClr val="FFC000"/>
                </a:gs>
                <a:gs pos="75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3" name="Graphic 2" descr="Hourglass 90% with solid fill">
            <a:extLst>
              <a:ext uri="{FF2B5EF4-FFF2-40B4-BE49-F238E27FC236}">
                <a16:creationId xmlns:a16="http://schemas.microsoft.com/office/drawing/2014/main" id="{CC6116D4-4381-7856-D77D-DD5D3E521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0870" y="1490870"/>
            <a:ext cx="2504661" cy="25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8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2074</TotalTime>
  <Words>4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Footlight MT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Giuseppe Masetti</dc:creator>
  <cp:lastModifiedBy>Giuseppe Masetti</cp:lastModifiedBy>
  <cp:revision>129</cp:revision>
  <dcterms:created xsi:type="dcterms:W3CDTF">2017-10-16T16:11:20Z</dcterms:created>
  <dcterms:modified xsi:type="dcterms:W3CDTF">2026-05-11T21:13:26Z</dcterms:modified>
</cp:coreProperties>
</file>